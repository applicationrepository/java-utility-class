
<file path=[Content_Types].xml><?xml version="1.0" encoding="utf-8"?>
<Types xmlns="http://schemas.openxmlformats.org/package/2006/content-types">
  <Default ContentType="image/jpeg" Extension="jpeg"/>
  <Default ContentType="image/.jpg" Extension="jp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presentationml.tags+xml" PartName="/ppt/tags/tag3.xml"/>
  <Override ContentType="application/vnd.openxmlformats-officedocument.presentationml.tags+xml" PartName="/ppt/tags/tag4.xml"/>
  <Override ContentType="application/vnd.openxmlformats-officedocument.presentationml.tags+xml" PartName="/ppt/tags/tag5.xml"/>
  <Override ContentType="application/vnd.openxmlformats-officedocument.presentationml.tags+xml" PartName="/ppt/tags/tag6.xml"/>
  <Override ContentType="application/vnd.openxmlformats-officedocument.presentationml.tags+xml" PartName="/ppt/tags/tag7.xml"/>
  <Override ContentType="application/vnd.openxmlformats-officedocument.presentationml.tags+xml" PartName="/ppt/tags/tag8.xml"/>
  <Override ContentType="application/vnd.openxmlformats-officedocument.presentationml.tags+xml" PartName="/ppt/tags/tag9.xml"/>
  <Override ContentType="application/vnd.openxmlformats-officedocument.presentationml.tags+xml" PartName="/ppt/tags/tag10.xml"/>
  <Override ContentType="application/vnd.openxmlformats-officedocument.presentationml.tags+xml" PartName="/ppt/tags/tag11.xml"/>
  <Override ContentType="application/vnd.openxmlformats-officedocument.presentationml.tags+xml" PartName="/ppt/tags/tag12.xml"/>
  <Override ContentType="application/vnd.openxmlformats-officedocument.presentationml.tags+xml" PartName="/ppt/tags/tag13.xml"/>
  <Override ContentType="application/vnd.openxmlformats-officedocument.presentationml.tags+xml" PartName="/ppt/tags/tag14.xml"/>
  <Override ContentType="application/vnd.openxmlformats-officedocument.presentationml.tags+xml" PartName="/ppt/tags/tag15.xml"/>
  <Override ContentType="application/vnd.openxmlformats-officedocument.presentationml.tags+xml" PartName="/ppt/tags/tag16.xml"/>
  <Override ContentType="application/vnd.openxmlformats-officedocument.presentationml.tags+xml" PartName="/ppt/tags/tag17.xml"/>
  <Override ContentType="application/vnd.openxmlformats-officedocument.presentationml.tags+xml" PartName="/ppt/tags/tag18.xml"/>
  <Override ContentType="application/vnd.openxmlformats-officedocument.presentationml.tags+xml" PartName="/ppt/tags/tag19.xml"/>
  <Override ContentType="application/vnd.openxmlformats-officedocument.presentationml.tags+xml" PartName="/ppt/tags/tag20.xml"/>
  <Override ContentType="application/vnd.openxmlformats-officedocument.presentationml.tags+xml" PartName="/ppt/tags/tag21.xml"/>
  <Override ContentType="application/vnd.openxmlformats-officedocument.presentationml.tags+xml" PartName="/ppt/tags/tag22.xml"/>
  <Override ContentType="application/vnd.openxmlformats-officedocument.presentationml.tags+xml" PartName="/ppt/tags/tag23.xml"/>
  <Override ContentType="application/vnd.openxmlformats-officedocument.presentationml.tags+xml" PartName="/ppt/tags/tag24.xml"/>
  <Override ContentType="application/vnd.openxmlformats-officedocument.presentationml.tags+xml" PartName="/ppt/tags/tag25.xml"/>
  <Override ContentType="application/vnd.openxmlformats-officedocument.presentationml.tags+xml" PartName="/ppt/tags/tag26.xml"/>
  <Override ContentType="application/vnd.openxmlformats-officedocument.presentationml.tags+xml" PartName="/ppt/tags/tag27.xml"/>
  <Override ContentType="application/vnd.openxmlformats-officedocument.presentationml.tags+xml" PartName="/ppt/tags/tag28.xml"/>
  <Override ContentType="application/vnd.openxmlformats-officedocument.presentationml.tags+xml" PartName="/ppt/tags/tag29.xml"/>
  <Override ContentType="application/vnd.openxmlformats-officedocument.presentationml.tags+xml" PartName="/ppt/tags/tag30.xml"/>
  <Override ContentType="application/vnd.openxmlformats-officedocument.presentationml.tags+xml" PartName="/ppt/tags/tag31.xml"/>
  <Override ContentType="application/vnd.openxmlformats-officedocument.presentationml.tags+xml" PartName="/ppt/tags/tag32.xml"/>
  <Override ContentType="application/vnd.openxmlformats-officedocument.presentationml.tags+xml" PartName="/ppt/tags/tag33.xml"/>
  <Override ContentType="application/vnd.openxmlformats-officedocument.presentationml.tags+xml" PartName="/ppt/tags/tag34.xml"/>
  <Override ContentType="application/vnd.openxmlformats-officedocument.presentationml.tags+xml" PartName="/ppt/tags/tag35.xml"/>
  <Override ContentType="application/vnd.openxmlformats-officedocument.presentationml.tags+xml" PartName="/ppt/tags/tag36.xml"/>
  <Override ContentType="application/vnd.openxmlformats-officedocument.presentationml.tags+xml" PartName="/ppt/tags/tag37.xml"/>
  <Override ContentType="application/vnd.openxmlformats-officedocument.presentationml.tags+xml" PartName="/ppt/tags/tag38.xml"/>
  <Override ContentType="application/vnd.openxmlformats-officedocument.presentationml.tags+xml" PartName="/ppt/tags/tag39.xml"/>
  <Override ContentType="application/vnd.openxmlformats-officedocument.presentationml.tags+xml" PartName="/ppt/tags/tag40.xml"/>
  <Override ContentType="application/vnd.openxmlformats-officedocument.presentationml.tags+xml" PartName="/ppt/tags/tag41.xml"/>
  <Override ContentType="application/vnd.openxmlformats-officedocument.presentationml.tags+xml" PartName="/ppt/tags/tag42.xml"/>
  <Override ContentType="application/vnd.openxmlformats-officedocument.presentationml.tags+xml" PartName="/ppt/tags/tag43.xml"/>
  <Override ContentType="application/vnd.openxmlformats-officedocument.presentationml.tags+xml" PartName="/ppt/tags/tag44.xml"/>
  <Override ContentType="application/vnd.openxmlformats-officedocument.presentationml.tags+xml" PartName="/ppt/tags/tag45.xml"/>
  <Override ContentType="application/vnd.openxmlformats-officedocument.presentationml.tags+xml" PartName="/ppt/tags/tag46.xml"/>
  <Override ContentType="application/vnd.openxmlformats-officedocument.presentationml.tags+xml" PartName="/ppt/tags/tag47.xml"/>
  <Override ContentType="application/vnd.openxmlformats-officedocument.presentationml.tags+xml" PartName="/ppt/tags/tag48.xml"/>
  <Override ContentType="application/vnd.openxmlformats-officedocument.presentationml.tags+xml" PartName="/ppt/tags/tag49.xml"/>
  <Override ContentType="application/vnd.openxmlformats-officedocument.presentationml.tags+xml" PartName="/ppt/tags/tag50.xml"/>
  <Override ContentType="application/vnd.openxmlformats-officedocument.presentationml.tags+xml" PartName="/ppt/tags/tag51.xml"/>
  <Override ContentType="application/vnd.openxmlformats-officedocument.presentationml.tags+xml" PartName="/ppt/tags/tag52.xml"/>
  <Override ContentType="application/vnd.openxmlformats-officedocument.presentationml.tags+xml" PartName="/ppt/tags/tag53.xml"/>
  <Override ContentType="application/vnd.openxmlformats-officedocument.presentationml.tags+xml" PartName="/ppt/tags/tag54.xml"/>
  <Override ContentType="application/vnd.openxmlformats-officedocument.presentationml.tags+xml" PartName="/ppt/tags/tag55.xml"/>
  <Override ContentType="application/vnd.openxmlformats-officedocument.presentationml.tags+xml" PartName="/ppt/tags/tag56.xml"/>
  <Override ContentType="application/vnd.openxmlformats-officedocument.presentationml.tags+xml" PartName="/ppt/tags/tag57.xml"/>
  <Override ContentType="application/vnd.openxmlformats-officedocument.presentationml.tags+xml" PartName="/ppt/tags/tag58.xml"/>
  <Override ContentType="application/vnd.openxmlformats-officedocument.presentationml.tags+xml" PartName="/ppt/tags/tag59.xml"/>
  <Override ContentType="application/vnd.openxmlformats-officedocument.presentationml.tags+xml" PartName="/ppt/tags/tag60.xml"/>
  <Override ContentType="application/vnd.openxmlformats-officedocument.presentationml.tags+xml" PartName="/ppt/tags/tag61.xml"/>
  <Override ContentType="application/vnd.openxmlformats-officedocument.presentationml.tags+xml" PartName="/ppt/tags/tag62.xml"/>
  <Override ContentType="application/vnd.openxmlformats-officedocument.presentationml.tags+xml" PartName="/ppt/tags/tag63.xml"/>
  <Override ContentType="application/vnd.openxmlformats-officedocument.presentationml.tags+xml" PartName="/ppt/tags/tag64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app.xml" Type="http://schemas.openxmlformats.org/officeDocument/2006/relationships/extended-properties"/><Relationship Id="rId3" Target="docProps/core.xml" Type="http://schemas.openxmlformats.org/package/2006/relationships/metadata/core-properties"/><Relationship Id="rId4" Target="docProps/thumbnail.jpeg" Type="http://schemas.openxmlformats.org/package/2006/relationships/metadata/thumbnail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5" userDrawn="1">
          <p15:clr>
            <a:srgbClr val="A4A3A4"/>
          </p15:clr>
        </p15:guide>
        <p15:guide id="2" pos="384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5"/>
        <p:guide pos="384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viewProps.xml" Type="http://schemas.openxmlformats.org/officeDocument/2006/relationships/viewProps"/><Relationship Id="rId11" Target="tableStyles.xml" Type="http://schemas.openxmlformats.org/officeDocument/2006/relationships/tableStyles"/><Relationship Id="rId2" Target="theme/theme1.xml" Type="http://schemas.openxmlformats.org/officeDocument/2006/relationships/theme"/><Relationship Id="rId3" Target="slides/slide1.xml" Type="http://schemas.openxmlformats.org/officeDocument/2006/relationships/slide"/><Relationship Id="rId4" Target="slides/slide2.xml" Type="http://schemas.openxmlformats.org/officeDocument/2006/relationships/slide"/><Relationship Id="rId5" Target="slides/slide3.xml" Type="http://schemas.openxmlformats.org/officeDocument/2006/relationships/slide"/><Relationship Id="rId6" Target="slides/slide4.xml" Type="http://schemas.openxmlformats.org/officeDocument/2006/relationships/slide"/><Relationship Id="rId7" Target="notesMasters/notesMaster1.xml" Type="http://schemas.openxmlformats.org/officeDocument/2006/relationships/notesMaster"/><Relationship Id="rId8" Target="handoutMasters/handoutMaster1.xml" Type="http://schemas.openxmlformats.org/officeDocument/2006/relationships/handoutMaster"/><Relationship Id="rId9" Target="presProps.xml" Type="http://schemas.openxmlformats.org/officeDocument/2006/relationships/presProps"/></Relationships>
</file>

<file path=ppt/handoutMasters/_rels/handoutMaster1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.xml" Type="http://schemas.openxmlformats.org/officeDocument/2006/relationships/tags"/><Relationship Id="rId3" Target="../tags/tag2.xml" Type="http://schemas.openxmlformats.org/officeDocument/2006/relationships/tags"/><Relationship Id="rId4" Target="../tags/tag3.xml" Type="http://schemas.openxmlformats.org/officeDocument/2006/relationships/tags"/><Relationship Id="rId5" Target="../tags/tag4.xml" Type="http://schemas.openxmlformats.org/officeDocument/2006/relationships/tags"/><Relationship Id="rId6" Target="../tags/tag5.xml" Type="http://schemas.openxmlformats.org/officeDocument/2006/relationships/tags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6.xml" Type="http://schemas.openxmlformats.org/officeDocument/2006/relationships/tags"/><Relationship Id="rId3" Target="../tags/tag7.xml" Type="http://schemas.openxmlformats.org/officeDocument/2006/relationships/tags"/><Relationship Id="rId4" Target="../tags/tag8.xml" Type="http://schemas.openxmlformats.org/officeDocument/2006/relationships/tags"/><Relationship Id="rId5" Target="../tags/tag9.xml" Type="http://schemas.openxmlformats.org/officeDocument/2006/relationships/tags"/><Relationship Id="rId6" Target="../tags/tag10.xml" Type="http://schemas.openxmlformats.org/officeDocument/2006/relationships/tags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1.xml" Type="http://schemas.openxmlformats.org/officeDocument/2006/relationships/tags"/><Relationship Id="rId3" Target="../tags/tag12.xml" Type="http://schemas.openxmlformats.org/officeDocument/2006/relationships/tags"/><Relationship Id="rId4" Target="../tags/tag13.xml" Type="http://schemas.openxmlformats.org/officeDocument/2006/relationships/tags"/><Relationship Id="rId5" Target="../tags/tag14.xml" Type="http://schemas.openxmlformats.org/officeDocument/2006/relationships/tags"/><Relationship Id="rId6" Target="../tags/tag15.xml" Type="http://schemas.openxmlformats.org/officeDocument/2006/relationships/tags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6.xml" Type="http://schemas.openxmlformats.org/officeDocument/2006/relationships/tags"/><Relationship Id="rId3" Target="../tags/tag17.xml" Type="http://schemas.openxmlformats.org/officeDocument/2006/relationships/tags"/><Relationship Id="rId4" Target="../tags/tag18.xml" Type="http://schemas.openxmlformats.org/officeDocument/2006/relationships/tags"/><Relationship Id="rId5" Target="../tags/tag19.xml" Type="http://schemas.openxmlformats.org/officeDocument/2006/relationships/tags"/><Relationship Id="rId6" Target="../tags/tag20.xml" Type="http://schemas.openxmlformats.org/officeDocument/2006/relationships/tags"/><Relationship Id="rId7" Target="../tags/tag21.xml" Type="http://schemas.openxmlformats.org/officeDocument/2006/relationships/tags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22.xml" Type="http://schemas.openxmlformats.org/officeDocument/2006/relationships/tags"/><Relationship Id="rId3" Target="../tags/tag23.xml" Type="http://schemas.openxmlformats.org/officeDocument/2006/relationships/tags"/><Relationship Id="rId4" Target="../tags/tag24.xml" Type="http://schemas.openxmlformats.org/officeDocument/2006/relationships/tags"/><Relationship Id="rId5" Target="../tags/tag25.xml" Type="http://schemas.openxmlformats.org/officeDocument/2006/relationships/tags"/><Relationship Id="rId6" Target="../tags/tag26.xml" Type="http://schemas.openxmlformats.org/officeDocument/2006/relationships/tags"/><Relationship Id="rId7" Target="../tags/tag27.xml" Type="http://schemas.openxmlformats.org/officeDocument/2006/relationships/tags"/><Relationship Id="rId8" Target="../tags/tag28.xml" Type="http://schemas.openxmlformats.org/officeDocument/2006/relationships/tags"/><Relationship Id="rId9" Target="../tags/tag29.xml" Type="http://schemas.openxmlformats.org/officeDocument/2006/relationships/tags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30.xml" Type="http://schemas.openxmlformats.org/officeDocument/2006/relationships/tags"/><Relationship Id="rId3" Target="../tags/tag31.xml" Type="http://schemas.openxmlformats.org/officeDocument/2006/relationships/tags"/><Relationship Id="rId4" Target="../tags/tag32.xml" Type="http://schemas.openxmlformats.org/officeDocument/2006/relationships/tags"/><Relationship Id="rId5" Target="../tags/tag33.xml" Type="http://schemas.openxmlformats.org/officeDocument/2006/relationships/tags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34.xml" Type="http://schemas.openxmlformats.org/officeDocument/2006/relationships/tags"/><Relationship Id="rId3" Target="../tags/tag35.xml" Type="http://schemas.openxmlformats.org/officeDocument/2006/relationships/tags"/><Relationship Id="rId4" Target="../tags/tag36.xml" Type="http://schemas.openxmlformats.org/officeDocument/2006/relationships/tags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37.xml" Type="http://schemas.openxmlformats.org/officeDocument/2006/relationships/tags"/><Relationship Id="rId3" Target="../tags/tag38.xml" Type="http://schemas.openxmlformats.org/officeDocument/2006/relationships/tags"/><Relationship Id="rId4" Target="../tags/tag39.xml" Type="http://schemas.openxmlformats.org/officeDocument/2006/relationships/tags"/><Relationship Id="rId5" Target="../tags/tag40.xml" Type="http://schemas.openxmlformats.org/officeDocument/2006/relationships/tags"/><Relationship Id="rId6" Target="../tags/tag41.xml" Type="http://schemas.openxmlformats.org/officeDocument/2006/relationships/tags"/><Relationship Id="rId7" Target="../tags/tag42.xml" Type="http://schemas.openxmlformats.org/officeDocument/2006/relationships/tags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43.xml" Type="http://schemas.openxmlformats.org/officeDocument/2006/relationships/tags"/><Relationship Id="rId3" Target="../tags/tag44.xml" Type="http://schemas.openxmlformats.org/officeDocument/2006/relationships/tags"/><Relationship Id="rId4" Target="../tags/tag45.xml" Type="http://schemas.openxmlformats.org/officeDocument/2006/relationships/tags"/><Relationship Id="rId5" Target="../tags/tag46.xml" Type="http://schemas.openxmlformats.org/officeDocument/2006/relationships/tags"/><Relationship Id="rId6" Target="../tags/tag47.xml" Type="http://schemas.openxmlformats.org/officeDocument/2006/relationships/tags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48.xml" Type="http://schemas.openxmlformats.org/officeDocument/2006/relationships/tags"/><Relationship Id="rId3" Target="../tags/tag49.xml" Type="http://schemas.openxmlformats.org/officeDocument/2006/relationships/tags"/><Relationship Id="rId4" Target="../tags/tag50.xml" Type="http://schemas.openxmlformats.org/officeDocument/2006/relationships/tags"/><Relationship Id="rId5" Target="../tags/tag51.xml" Type="http://schemas.openxmlformats.org/officeDocument/2006/relationships/tags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52.xml" Type="http://schemas.openxmlformats.org/officeDocument/2006/relationships/tags"/><Relationship Id="rId3" Target="../tags/tag53.xml" Type="http://schemas.openxmlformats.org/officeDocument/2006/relationships/tags"/><Relationship Id="rId4" Target="../tags/tag54.xml" Type="http://schemas.openxmlformats.org/officeDocument/2006/relationships/tags"/><Relationship Id="rId5" Target="../tags/tag55.xml" Type="http://schemas.openxmlformats.org/officeDocument/2006/relationships/tags"/><Relationship Id="rId6" Target="../tags/tag56.xml" Type="http://schemas.openxmlformats.org/officeDocument/2006/relationships/tags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ags/tag57.xml" Type="http://schemas.openxmlformats.org/officeDocument/2006/relationships/tags"/><Relationship Id="rId13" Target="../tags/tag58.xml" Type="http://schemas.openxmlformats.org/officeDocument/2006/relationships/tags"/><Relationship Id="rId14" Target="../tags/tag59.xml" Type="http://schemas.openxmlformats.org/officeDocument/2006/relationships/tags"/><Relationship Id="rId15" Target="../tags/tag60.xml" Type="http://schemas.openxmlformats.org/officeDocument/2006/relationships/tags"/><Relationship Id="rId16" Target="../tags/tag61.xml" Type="http://schemas.openxmlformats.org/officeDocument/2006/relationships/tags"/><Relationship Id="rId17" Target="../tags/tag62.xml" Type="http://schemas.openxmlformats.org/officeDocument/2006/relationships/tags"/><Relationship Id="rId18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tags/tag63.xml" Type="http://schemas.openxmlformats.org/officeDocument/2006/relationships/tags"/><Relationship Id="rId2" Target="../tags/tag64.xml" Type="http://schemas.openxmlformats.org/officeDocument/2006/relationships/tags"/><Relationship Id="rId3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078230" y="541020"/>
            <a:ext cx="9799320" cy="1115060"/>
          </a:xfrm>
          <a:ln cmpd="sng" w="127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r>
              <a:rPr altLang="zh-CN" lang="en-US"/>
              <a:t>2026年度财务报表分析</a:t>
            </a:r>
            <a:endParaRPr altLang="zh-CN" lang="en-US"/>
          </a:p>
        </p:txBody>
      </p:sp>
      <p:sp>
        <p:nvSpPr>
          <p:cNvPr id="3" name="副标题 2"/>
          <p:cNvSpPr>
            <a:spLocks noGrp="1"/>
          </p:cNvSpPr>
          <p:nvPr>
            <p:ph idx="1" type="subTitle"/>
            <p:custDataLst>
              <p:tags r:id="rId2"/>
            </p:custDataLst>
          </p:nvPr>
        </p:nvSpPr>
        <p:spPr>
          <a:xfrm>
            <a:off x="9636760" y="4530725"/>
            <a:ext cx="2326640" cy="727075"/>
          </a:xfrm>
          <a:ln cmpd="sng" w="12700">
            <a:solidFill>
              <a:schemeClr val="accent1">
                <a:shade val="50000"/>
              </a:schemeClr>
            </a:solidFill>
            <a:prstDash val="solid"/>
          </a:ln>
        </p:spPr>
        <p:txBody>
          <a:bodyPr/>
          <a:p>
            <a:pPr algn="r"/>
            <a:r>
              <a:rPr altLang="zh-CN" lang="en-US"/>
              <a:t>张三</a:t>
            </a:r>
            <a:endParaRPr altLang="zh-CN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305435" y="481330"/>
            <a:ext cx="2621280" cy="14446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497205" y="579120"/>
          <a:ext cx="11204575" cy="2262505"/>
        </p:xfrm>
        <a:graphic>
          <a:graphicData uri="http://schemas.openxmlformats.org/drawingml/2006/table">
            <a:tbl>
              <a:tblPr/>
              <a:tblGrid>
                <a:gridCol w="3734858"/>
                <a:gridCol w="3734858"/>
                <a:gridCol w="3734858"/>
              </a:tblGrid>
              <a:tr h="381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项目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预算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实际花费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2"/>
                    </a:solidFill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研发部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¥500,000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¥480,000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市场部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¥300,000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defRPr/>
                      </a:pPr>
                      <a:r>
                        <a:rPr lang="en-US"/>
                        <a:t>¥310,000</a:t>
                      </a:r>
                      <a:endParaRPr lang="en-US" sz="1100"/>
                    </a:p>
                  </a:txBody>
                  <a:tcPr anchor="ctr">
                    <a:lnL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WPS 演示</Application>
  <PresentationFormat>宽屏</PresentationFormat>
  <Paragraphs>12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4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WPS</vt:lpstr>
      <vt:lpstr>${title}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2026-06-07T01:47:02Z</dcterms:created>
  <dc:creator>administrator</dc:creator>
  <cp:lastModifiedBy>WS</cp:lastModifiedBy>
  <dcterms:modified xsi:type="dcterms:W3CDTF">2026-06-07T01:47:02Z</dcterms:modified>
  <cp:revision>184</cp:revision>
  <dc:title>空白演示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2052-12.1.25897.25897</vt:lpwstr>
  </property>
  <property fmtid="{D5CDD505-2E9C-101B-9397-08002B2CF9AE}" pid="3" name="ICV">
    <vt:lpwstr>922974256D3DDE60B0C6FD6913497637_41</vt:lpwstr>
  </property>
</Properties>
</file>