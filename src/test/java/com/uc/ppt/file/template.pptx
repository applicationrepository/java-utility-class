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5" userDrawn="1">
          <p15:clr>
            <a:srgbClr val="A4A3A4"/>
          </p15:clr>
        </p15:guide>
        <p15:guide id="2" pos="384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95"/>
        <p:guide pos="384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078230" y="541020"/>
            <a:ext cx="9799320" cy="1115060"/>
          </a:xfrm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/>
          <a:p>
            <a:r>
              <a:rPr lang="en-US" altLang="zh-CN"/>
              <a:t>${title}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9636760" y="4530725"/>
            <a:ext cx="2326640" cy="727075"/>
          </a:xfrm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/>
          <a:p>
            <a:pPr algn="r"/>
            <a:r>
              <a:rPr lang="en-US" altLang="zh-CN"/>
              <a:t>${author}</a:t>
            </a:r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05435" y="481330"/>
            <a:ext cx="2621280" cy="1444625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 rtlCol="0">
            <a:noAutofit/>
          </a:bodyPr>
          <a:p>
            <a:r>
              <a:rPr lang="en-US" altLang="zh-CN"/>
              <a:t>${imgChart1}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3489325" y="481330"/>
            <a:ext cx="2291080" cy="1444625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 rtlCol="0" anchor="t" anchorCtr="0">
            <a:noAutofit/>
          </a:bodyPr>
          <a:p>
            <a:r>
              <a:rPr lang="en-US" altLang="zh-CN"/>
              <a:t>${imgChart2}</a:t>
            </a:r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97205" y="579120"/>
            <a:ext cx="11204575" cy="2262505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 rtlCol="0">
            <a:noAutofit/>
          </a:bodyPr>
          <a:p>
            <a:r>
              <a:rPr lang="en-US" altLang="zh-CN"/>
              <a:t>${tableData}</a:t>
            </a:r>
            <a:endParaRPr lang="en-US" alt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567305" y="12884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${sankeyUserFlow}</a:t>
            </a:r>
            <a:endParaRPr lang="en-US" altLang="zh-CN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</Words>
  <Application>WPS 演示</Application>
  <PresentationFormat>宽屏</PresentationFormat>
  <Paragraphs>12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4" baseType="lpstr">
      <vt:lpstr>Arial</vt:lpstr>
      <vt:lpstr>宋体</vt:lpstr>
      <vt:lpstr>Wingdings</vt:lpstr>
      <vt:lpstr>Wingdings</vt:lpstr>
      <vt:lpstr>苹方-简</vt:lpstr>
      <vt:lpstr>微软雅黑</vt:lpstr>
      <vt:lpstr>汉仪旗黑</vt:lpstr>
      <vt:lpstr>宋体</vt:lpstr>
      <vt:lpstr>Arial Unicode MS</vt:lpstr>
      <vt:lpstr>WPS</vt:lpstr>
      <vt:lpstr>${title}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administrator</dc:creator>
  <cp:lastModifiedBy>WS</cp:lastModifiedBy>
  <cp:revision>182</cp:revision>
  <dcterms:created xsi:type="dcterms:W3CDTF">2026-06-05T13:28:26Z</dcterms:created>
  <dcterms:modified xsi:type="dcterms:W3CDTF">2026-06-05T13:28:26Z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2052-12.1.25897.25897</vt:lpwstr>
  </property>
  <property fmtid="{D5CDD505-2E9C-101B-9397-08002B2CF9AE}" pid="3" name="ICV">
    <vt:lpwstr>922974256D3DDE60B0C6FD6913497637_41</vt:lpwstr>
  </property>
</Properties>
</file>