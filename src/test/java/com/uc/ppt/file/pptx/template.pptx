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8" r:id="rId3"/>
    <p:sldId id="259" r:id="rId4"/>
    <p:sldId id="260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5" userDrawn="1">
          <p15:clr>
            <a:srgbClr val="A4A3A4"/>
          </p15:clr>
        </p15:guide>
        <p15:guide id="2" pos="384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95"/>
        <p:guide pos="384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handoutMaster" Target="handoutMasters/handout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078230" y="541020"/>
            <a:ext cx="9799320" cy="1115060"/>
          </a:xfrm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anchor="ctr" anchorCtr="0"/>
          <a:p>
            <a:pPr algn="ctr"/>
            <a:r>
              <a:rPr lang="en-US" altLang="zh-CN" sz="4000"/>
              <a:t>${title}</a:t>
            </a:r>
            <a:endParaRPr lang="en-US" altLang="zh-CN" sz="400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9636760" y="4530725"/>
            <a:ext cx="2326640" cy="727075"/>
          </a:xfrm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/>
          <a:p>
            <a:pPr algn="r"/>
            <a:r>
              <a:rPr lang="en-US" altLang="zh-CN"/>
              <a:t>${author}</a:t>
            </a:r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-635" y="0"/>
            <a:ext cx="6082030" cy="3454400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 rtlCol="0">
            <a:noAutofit/>
          </a:bodyPr>
          <a:p>
            <a:r>
              <a:rPr lang="en-US" altLang="zh-CN"/>
              <a:t>${imgChart1}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6082665" y="635"/>
            <a:ext cx="6109970" cy="3453765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 rtlCol="0" anchor="t" anchorCtr="0">
            <a:noAutofit/>
          </a:bodyPr>
          <a:p>
            <a:r>
              <a:rPr lang="en-US" altLang="zh-CN"/>
              <a:t>${imgChart2}</a:t>
            </a:r>
            <a:endParaRPr lang="en-US"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0" y="635"/>
            <a:ext cx="12175490" cy="6830060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 rtlCol="0">
            <a:noAutofit/>
          </a:bodyPr>
          <a:p>
            <a:r>
              <a:rPr lang="en-US" altLang="zh-CN" sz="1000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ingFang SC Semibold" panose="020B0400000000000000" charset="-122"/>
                <a:ea typeface="PingFang SC Semibold" panose="020B0400000000000000" charset="-122"/>
              </a:rPr>
              <a:t>${</a:t>
            </a:r>
            <a:r>
              <a:rPr lang="en-US" altLang="zh-CN" sz="1000" b="1" i="1" u="sng" strike="sngStrike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ingFang SC Semibold" panose="020B0400000000000000" charset="-122"/>
                <a:ea typeface="PingFang SC Semibold" panose="020B0400000000000000" charset="-122"/>
              </a:rPr>
              <a:t>tableData</a:t>
            </a:r>
            <a:r>
              <a:rPr lang="en-US" altLang="zh-CN" sz="1000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ingFang SC Semibold" panose="020B0400000000000000" charset="-122"/>
                <a:ea typeface="PingFang SC Semibold" panose="020B0400000000000000" charset="-122"/>
              </a:rPr>
              <a:t>}</a:t>
            </a:r>
            <a:endParaRPr lang="en-US" altLang="zh-CN" sz="1000" b="1" u="sng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</Words>
  <Application>WPS 演示</Application>
  <PresentationFormat>宽屏</PresentationFormat>
  <Paragraphs>10</Paragraphs>
  <Slides>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4" baseType="lpstr">
      <vt:lpstr>Arial</vt:lpstr>
      <vt:lpstr>宋体</vt:lpstr>
      <vt:lpstr>Wingdings</vt:lpstr>
      <vt:lpstr>Wingdings</vt:lpstr>
      <vt:lpstr>PingFang SC Semibold</vt:lpstr>
      <vt:lpstr>苹方-简</vt:lpstr>
      <vt:lpstr>微软雅黑</vt:lpstr>
      <vt:lpstr>汉仪旗黑</vt:lpstr>
      <vt:lpstr>宋体</vt:lpstr>
      <vt:lpstr>Arial Unicode MS</vt:lpstr>
      <vt:lpstr>WPS</vt:lpstr>
      <vt:lpstr>${title}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administrator</dc:creator>
  <cp:lastModifiedBy>WS</cp:lastModifiedBy>
  <cp:revision>193</cp:revision>
  <dcterms:created xsi:type="dcterms:W3CDTF">2026-06-07T06:02:26Z</dcterms:created>
  <dcterms:modified xsi:type="dcterms:W3CDTF">2026-06-07T06:02:26Z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2052-12.1.25897.25897</vt:lpwstr>
  </property>
  <property fmtid="{D5CDD505-2E9C-101B-9397-08002B2CF9AE}" pid="3" name="ICV">
    <vt:lpwstr>922974256D3DDE60B0C6FD6913497637_41</vt:lpwstr>
  </property>
</Properties>
</file>