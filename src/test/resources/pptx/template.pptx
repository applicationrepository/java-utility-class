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8230" y="541020"/>
            <a:ext cx="9799320" cy="1115060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p>
            <a:pPr algn="ctr"/>
            <a:r>
              <a:rPr lang="en-US" altLang="zh-CN" sz="4000"/>
              <a:t>${title}</a:t>
            </a:r>
            <a:endParaRPr lang="en-US" altLang="zh-CN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636760" y="4530725"/>
            <a:ext cx="2326640" cy="727075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pPr algn="r"/>
            <a:r>
              <a:rPr lang="en-US" altLang="zh-CN"/>
              <a:t>${author}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-635" y="0"/>
            <a:ext cx="2585085" cy="164211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/>
              <a:t>${imgChart1}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9310" y="2030730"/>
            <a:ext cx="2945765" cy="286639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 anchorCtr="0">
            <a:noAutofit/>
          </a:bodyPr>
          <a:p>
            <a:r>
              <a:rPr lang="en-US" altLang="zh-CN"/>
              <a:t>${imgChart1}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635"/>
            <a:ext cx="12175490" cy="683006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0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${</a:t>
            </a:r>
            <a:r>
              <a:rPr lang="en-US" altLang="zh-CN" sz="1000" b="1" i="1" u="sng" strike="sngStrik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tableData</a:t>
            </a:r>
            <a:r>
              <a:rPr lang="en-US" altLang="zh-CN" sz="10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}</a:t>
            </a:r>
            <a:endParaRPr lang="en-US" altLang="zh-CN" sz="10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演示</Application>
  <PresentationFormat>宽屏</PresentationFormat>
  <Paragraphs>10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汉仪旗黑</vt:lpstr>
      <vt:lpstr>宋体</vt:lpstr>
      <vt:lpstr>Arial Unicode MS</vt:lpstr>
      <vt:lpstr>WPS</vt:lpstr>
      <vt:lpstr>${title}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WS</cp:lastModifiedBy>
  <cp:revision>197</cp:revision>
  <dcterms:created xsi:type="dcterms:W3CDTF">2026-06-09T13:30:50Z</dcterms:created>
  <dcterms:modified xsi:type="dcterms:W3CDTF">2026-06-09T13:30:50Z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2052-12.1.25897.25897</vt:lpwstr>
  </property>
  <property fmtid="{D5CDD505-2E9C-101B-9397-08002B2CF9AE}" pid="3" name="ICV">
    <vt:lpwstr>922974256D3DDE60B0C6FD6913497637_41</vt:lpwstr>
  </property>
</Properties>
</file>