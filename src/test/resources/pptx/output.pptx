
<file path=[Content_Types].xml><?xml version="1.0" encoding="utf-8"?>
<Types xmlns="http://schemas.openxmlformats.org/package/2006/content-types">
  <Default ContentType="image/jpeg" Extension="jpeg"/>
  <Default ContentType="image/.jpg" Extension="jp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custom-properties+xml" PartName="/docProps/custom.xml"/>
  <Override ContentType="application/vnd.openxmlformats-officedocument.presentationml.handoutMaster+xml" PartName="/ppt/handoutMasters/handoutMaster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presentationml.tags+xml" PartName="/ppt/tags/tag1.xml"/>
  <Override ContentType="application/vnd.openxmlformats-officedocument.presentationml.tags+xml" PartName="/ppt/tags/tag2.xml"/>
  <Override ContentType="application/vnd.openxmlformats-officedocument.presentationml.tags+xml" PartName="/ppt/tags/tag3.xml"/>
  <Override ContentType="application/vnd.openxmlformats-officedocument.presentationml.tags+xml" PartName="/ppt/tags/tag4.xml"/>
  <Override ContentType="application/vnd.openxmlformats-officedocument.presentationml.tags+xml" PartName="/ppt/tags/tag5.xml"/>
  <Override ContentType="application/vnd.openxmlformats-officedocument.presentationml.tags+xml" PartName="/ppt/tags/tag6.xml"/>
  <Override ContentType="application/vnd.openxmlformats-officedocument.presentationml.tags+xml" PartName="/ppt/tags/tag7.xml"/>
  <Override ContentType="application/vnd.openxmlformats-officedocument.presentationml.tags+xml" PartName="/ppt/tags/tag8.xml"/>
  <Override ContentType="application/vnd.openxmlformats-officedocument.presentationml.tags+xml" PartName="/ppt/tags/tag9.xml"/>
  <Override ContentType="application/vnd.openxmlformats-officedocument.presentationml.tags+xml" PartName="/ppt/tags/tag10.xml"/>
  <Override ContentType="application/vnd.openxmlformats-officedocument.presentationml.tags+xml" PartName="/ppt/tags/tag11.xml"/>
  <Override ContentType="application/vnd.openxmlformats-officedocument.presentationml.tags+xml" PartName="/ppt/tags/tag12.xml"/>
  <Override ContentType="application/vnd.openxmlformats-officedocument.presentationml.tags+xml" PartName="/ppt/tags/tag13.xml"/>
  <Override ContentType="application/vnd.openxmlformats-officedocument.presentationml.tags+xml" PartName="/ppt/tags/tag14.xml"/>
  <Override ContentType="application/vnd.openxmlformats-officedocument.presentationml.tags+xml" PartName="/ppt/tags/tag15.xml"/>
  <Override ContentType="application/vnd.openxmlformats-officedocument.presentationml.tags+xml" PartName="/ppt/tags/tag16.xml"/>
  <Override ContentType="application/vnd.openxmlformats-officedocument.presentationml.tags+xml" PartName="/ppt/tags/tag17.xml"/>
  <Override ContentType="application/vnd.openxmlformats-officedocument.presentationml.tags+xml" PartName="/ppt/tags/tag18.xml"/>
  <Override ContentType="application/vnd.openxmlformats-officedocument.presentationml.tags+xml" PartName="/ppt/tags/tag19.xml"/>
  <Override ContentType="application/vnd.openxmlformats-officedocument.presentationml.tags+xml" PartName="/ppt/tags/tag20.xml"/>
  <Override ContentType="application/vnd.openxmlformats-officedocument.presentationml.tags+xml" PartName="/ppt/tags/tag21.xml"/>
  <Override ContentType="application/vnd.openxmlformats-officedocument.presentationml.tags+xml" PartName="/ppt/tags/tag22.xml"/>
  <Override ContentType="application/vnd.openxmlformats-officedocument.presentationml.tags+xml" PartName="/ppt/tags/tag23.xml"/>
  <Override ContentType="application/vnd.openxmlformats-officedocument.presentationml.tags+xml" PartName="/ppt/tags/tag24.xml"/>
  <Override ContentType="application/vnd.openxmlformats-officedocument.presentationml.tags+xml" PartName="/ppt/tags/tag25.xml"/>
  <Override ContentType="application/vnd.openxmlformats-officedocument.presentationml.tags+xml" PartName="/ppt/tags/tag26.xml"/>
  <Override ContentType="application/vnd.openxmlformats-officedocument.presentationml.tags+xml" PartName="/ppt/tags/tag27.xml"/>
  <Override ContentType="application/vnd.openxmlformats-officedocument.presentationml.tags+xml" PartName="/ppt/tags/tag28.xml"/>
  <Override ContentType="application/vnd.openxmlformats-officedocument.presentationml.tags+xml" PartName="/ppt/tags/tag29.xml"/>
  <Override ContentType="application/vnd.openxmlformats-officedocument.presentationml.tags+xml" PartName="/ppt/tags/tag30.xml"/>
  <Override ContentType="application/vnd.openxmlformats-officedocument.presentationml.tags+xml" PartName="/ppt/tags/tag31.xml"/>
  <Override ContentType="application/vnd.openxmlformats-officedocument.presentationml.tags+xml" PartName="/ppt/tags/tag32.xml"/>
  <Override ContentType="application/vnd.openxmlformats-officedocument.presentationml.tags+xml" PartName="/ppt/tags/tag33.xml"/>
  <Override ContentType="application/vnd.openxmlformats-officedocument.presentationml.tags+xml" PartName="/ppt/tags/tag34.xml"/>
  <Override ContentType="application/vnd.openxmlformats-officedocument.presentationml.tags+xml" PartName="/ppt/tags/tag35.xml"/>
  <Override ContentType="application/vnd.openxmlformats-officedocument.presentationml.tags+xml" PartName="/ppt/tags/tag36.xml"/>
  <Override ContentType="application/vnd.openxmlformats-officedocument.presentationml.tags+xml" PartName="/ppt/tags/tag37.xml"/>
  <Override ContentType="application/vnd.openxmlformats-officedocument.presentationml.tags+xml" PartName="/ppt/tags/tag38.xml"/>
  <Override ContentType="application/vnd.openxmlformats-officedocument.presentationml.tags+xml" PartName="/ppt/tags/tag39.xml"/>
  <Override ContentType="application/vnd.openxmlformats-officedocument.presentationml.tags+xml" PartName="/ppt/tags/tag40.xml"/>
  <Override ContentType="application/vnd.openxmlformats-officedocument.presentationml.tags+xml" PartName="/ppt/tags/tag41.xml"/>
  <Override ContentType="application/vnd.openxmlformats-officedocument.presentationml.tags+xml" PartName="/ppt/tags/tag42.xml"/>
  <Override ContentType="application/vnd.openxmlformats-officedocument.presentationml.tags+xml" PartName="/ppt/tags/tag43.xml"/>
  <Override ContentType="application/vnd.openxmlformats-officedocument.presentationml.tags+xml" PartName="/ppt/tags/tag44.xml"/>
  <Override ContentType="application/vnd.openxmlformats-officedocument.presentationml.tags+xml" PartName="/ppt/tags/tag45.xml"/>
  <Override ContentType="application/vnd.openxmlformats-officedocument.presentationml.tags+xml" PartName="/ppt/tags/tag46.xml"/>
  <Override ContentType="application/vnd.openxmlformats-officedocument.presentationml.tags+xml" PartName="/ppt/tags/tag47.xml"/>
  <Override ContentType="application/vnd.openxmlformats-officedocument.presentationml.tags+xml" PartName="/ppt/tags/tag48.xml"/>
  <Override ContentType="application/vnd.openxmlformats-officedocument.presentationml.tags+xml" PartName="/ppt/tags/tag49.xml"/>
  <Override ContentType="application/vnd.openxmlformats-officedocument.presentationml.tags+xml" PartName="/ppt/tags/tag50.xml"/>
  <Override ContentType="application/vnd.openxmlformats-officedocument.presentationml.tags+xml" PartName="/ppt/tags/tag51.xml"/>
  <Override ContentType="application/vnd.openxmlformats-officedocument.presentationml.tags+xml" PartName="/ppt/tags/tag52.xml"/>
  <Override ContentType="application/vnd.openxmlformats-officedocument.presentationml.tags+xml" PartName="/ppt/tags/tag53.xml"/>
  <Override ContentType="application/vnd.openxmlformats-officedocument.presentationml.tags+xml" PartName="/ppt/tags/tag54.xml"/>
  <Override ContentType="application/vnd.openxmlformats-officedocument.presentationml.tags+xml" PartName="/ppt/tags/tag55.xml"/>
  <Override ContentType="application/vnd.openxmlformats-officedocument.presentationml.tags+xml" PartName="/ppt/tags/tag56.xml"/>
  <Override ContentType="application/vnd.openxmlformats-officedocument.presentationml.tags+xml" PartName="/ppt/tags/tag57.xml"/>
  <Override ContentType="application/vnd.openxmlformats-officedocument.presentationml.tags+xml" PartName="/ppt/tags/tag58.xml"/>
  <Override ContentType="application/vnd.openxmlformats-officedocument.presentationml.tags+xml" PartName="/ppt/tags/tag59.xml"/>
  <Override ContentType="application/vnd.openxmlformats-officedocument.presentationml.tags+xml" PartName="/ppt/tags/tag60.xml"/>
  <Override ContentType="application/vnd.openxmlformats-officedocument.presentationml.tags+xml" PartName="/ppt/tags/tag61.xml"/>
  <Override ContentType="application/vnd.openxmlformats-officedocument.presentationml.tags+xml" PartName="/ppt/tags/tag62.xml"/>
  <Override ContentType="application/vnd.openxmlformats-officedocument.presentationml.tags+xml" PartName="/ppt/tags/tag63.xml"/>
  <Override ContentType="application/vnd.openxmlformats-officedocument.presentationml.tags+xml" PartName="/ppt/tags/tag64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app.xml" Type="http://schemas.openxmlformats.org/officeDocument/2006/relationships/extended-properties"/><Relationship Id="rId3" Target="docProps/core.xml" Type="http://schemas.openxmlformats.org/package/2006/relationships/metadata/core-properties"/><Relationship Id="rId4" Target="docProps/thumbnail.jpeg" Type="http://schemas.openxmlformats.org/package/2006/relationships/metadata/thumbnail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8" r:id="rId3"/>
    <p:sldId id="259" r:id="rId4"/>
    <p:sldId id="260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5" userDrawn="1">
          <p15:clr>
            <a:srgbClr val="A4A3A4"/>
          </p15:clr>
        </p15:guide>
        <p15:guide id="2" pos="384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95"/>
        <p:guide pos="384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tableStyles.xml" Type="http://schemas.openxmlformats.org/officeDocument/2006/relationships/tableStyles"/><Relationship Id="rId2" Target="theme/theme1.xml" Type="http://schemas.openxmlformats.org/officeDocument/2006/relationships/theme"/><Relationship Id="rId3" Target="slides/slide1.xml" Type="http://schemas.openxmlformats.org/officeDocument/2006/relationships/slide"/><Relationship Id="rId4" Target="slides/slide2.xml" Type="http://schemas.openxmlformats.org/officeDocument/2006/relationships/slide"/><Relationship Id="rId5" Target="slides/slide3.xml" Type="http://schemas.openxmlformats.org/officeDocument/2006/relationships/slide"/><Relationship Id="rId6" Target="notesMasters/notesMaster1.xml" Type="http://schemas.openxmlformats.org/officeDocument/2006/relationships/notesMaster"/><Relationship Id="rId7" Target="handoutMasters/handoutMaster1.xml" Type="http://schemas.openxmlformats.org/officeDocument/2006/relationships/handoutMaster"/><Relationship Id="rId8" Target="presProps.xml" Type="http://schemas.openxmlformats.org/officeDocument/2006/relationships/presProps"/><Relationship Id="rId9" Target="viewProps.xml" Type="http://schemas.openxmlformats.org/officeDocument/2006/relationships/viewProps"/></Relationships>
</file>

<file path=ppt/handoutMasters/_rels/handoutMaster1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tags/tag1.xml" Type="http://schemas.openxmlformats.org/officeDocument/2006/relationships/tags"/><Relationship Id="rId3" Target="../tags/tag2.xml" Type="http://schemas.openxmlformats.org/officeDocument/2006/relationships/tags"/><Relationship Id="rId4" Target="../tags/tag3.xml" Type="http://schemas.openxmlformats.org/officeDocument/2006/relationships/tags"/><Relationship Id="rId5" Target="../tags/tag4.xml" Type="http://schemas.openxmlformats.org/officeDocument/2006/relationships/tags"/><Relationship Id="rId6" Target="../tags/tag5.xml" Type="http://schemas.openxmlformats.org/officeDocument/2006/relationships/tags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tags/tag6.xml" Type="http://schemas.openxmlformats.org/officeDocument/2006/relationships/tags"/><Relationship Id="rId3" Target="../tags/tag7.xml" Type="http://schemas.openxmlformats.org/officeDocument/2006/relationships/tags"/><Relationship Id="rId4" Target="../tags/tag8.xml" Type="http://schemas.openxmlformats.org/officeDocument/2006/relationships/tags"/><Relationship Id="rId5" Target="../tags/tag9.xml" Type="http://schemas.openxmlformats.org/officeDocument/2006/relationships/tags"/><Relationship Id="rId6" Target="../tags/tag10.xml" Type="http://schemas.openxmlformats.org/officeDocument/2006/relationships/tags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tags/tag11.xml" Type="http://schemas.openxmlformats.org/officeDocument/2006/relationships/tags"/><Relationship Id="rId3" Target="../tags/tag12.xml" Type="http://schemas.openxmlformats.org/officeDocument/2006/relationships/tags"/><Relationship Id="rId4" Target="../tags/tag13.xml" Type="http://schemas.openxmlformats.org/officeDocument/2006/relationships/tags"/><Relationship Id="rId5" Target="../tags/tag14.xml" Type="http://schemas.openxmlformats.org/officeDocument/2006/relationships/tags"/><Relationship Id="rId6" Target="../tags/tag15.xml" Type="http://schemas.openxmlformats.org/officeDocument/2006/relationships/tags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tags/tag16.xml" Type="http://schemas.openxmlformats.org/officeDocument/2006/relationships/tags"/><Relationship Id="rId3" Target="../tags/tag17.xml" Type="http://schemas.openxmlformats.org/officeDocument/2006/relationships/tags"/><Relationship Id="rId4" Target="../tags/tag18.xml" Type="http://schemas.openxmlformats.org/officeDocument/2006/relationships/tags"/><Relationship Id="rId5" Target="../tags/tag19.xml" Type="http://schemas.openxmlformats.org/officeDocument/2006/relationships/tags"/><Relationship Id="rId6" Target="../tags/tag20.xml" Type="http://schemas.openxmlformats.org/officeDocument/2006/relationships/tags"/><Relationship Id="rId7" Target="../tags/tag21.xml" Type="http://schemas.openxmlformats.org/officeDocument/2006/relationships/tags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tags/tag22.xml" Type="http://schemas.openxmlformats.org/officeDocument/2006/relationships/tags"/><Relationship Id="rId3" Target="../tags/tag23.xml" Type="http://schemas.openxmlformats.org/officeDocument/2006/relationships/tags"/><Relationship Id="rId4" Target="../tags/tag24.xml" Type="http://schemas.openxmlformats.org/officeDocument/2006/relationships/tags"/><Relationship Id="rId5" Target="../tags/tag25.xml" Type="http://schemas.openxmlformats.org/officeDocument/2006/relationships/tags"/><Relationship Id="rId6" Target="../tags/tag26.xml" Type="http://schemas.openxmlformats.org/officeDocument/2006/relationships/tags"/><Relationship Id="rId7" Target="../tags/tag27.xml" Type="http://schemas.openxmlformats.org/officeDocument/2006/relationships/tags"/><Relationship Id="rId8" Target="../tags/tag28.xml" Type="http://schemas.openxmlformats.org/officeDocument/2006/relationships/tags"/><Relationship Id="rId9" Target="../tags/tag29.xml" Type="http://schemas.openxmlformats.org/officeDocument/2006/relationships/tags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tags/tag30.xml" Type="http://schemas.openxmlformats.org/officeDocument/2006/relationships/tags"/><Relationship Id="rId3" Target="../tags/tag31.xml" Type="http://schemas.openxmlformats.org/officeDocument/2006/relationships/tags"/><Relationship Id="rId4" Target="../tags/tag32.xml" Type="http://schemas.openxmlformats.org/officeDocument/2006/relationships/tags"/><Relationship Id="rId5" Target="../tags/tag33.xml" Type="http://schemas.openxmlformats.org/officeDocument/2006/relationships/tags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tags/tag34.xml" Type="http://schemas.openxmlformats.org/officeDocument/2006/relationships/tags"/><Relationship Id="rId3" Target="../tags/tag35.xml" Type="http://schemas.openxmlformats.org/officeDocument/2006/relationships/tags"/><Relationship Id="rId4" Target="../tags/tag36.xml" Type="http://schemas.openxmlformats.org/officeDocument/2006/relationships/tags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tags/tag37.xml" Type="http://schemas.openxmlformats.org/officeDocument/2006/relationships/tags"/><Relationship Id="rId3" Target="../tags/tag38.xml" Type="http://schemas.openxmlformats.org/officeDocument/2006/relationships/tags"/><Relationship Id="rId4" Target="../tags/tag39.xml" Type="http://schemas.openxmlformats.org/officeDocument/2006/relationships/tags"/><Relationship Id="rId5" Target="../tags/tag40.xml" Type="http://schemas.openxmlformats.org/officeDocument/2006/relationships/tags"/><Relationship Id="rId6" Target="../tags/tag41.xml" Type="http://schemas.openxmlformats.org/officeDocument/2006/relationships/tags"/><Relationship Id="rId7" Target="../tags/tag42.xml" Type="http://schemas.openxmlformats.org/officeDocument/2006/relationships/tags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tags/tag43.xml" Type="http://schemas.openxmlformats.org/officeDocument/2006/relationships/tags"/><Relationship Id="rId3" Target="../tags/tag44.xml" Type="http://schemas.openxmlformats.org/officeDocument/2006/relationships/tags"/><Relationship Id="rId4" Target="../tags/tag45.xml" Type="http://schemas.openxmlformats.org/officeDocument/2006/relationships/tags"/><Relationship Id="rId5" Target="../tags/tag46.xml" Type="http://schemas.openxmlformats.org/officeDocument/2006/relationships/tags"/><Relationship Id="rId6" Target="../tags/tag47.xml" Type="http://schemas.openxmlformats.org/officeDocument/2006/relationships/tags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tags/tag48.xml" Type="http://schemas.openxmlformats.org/officeDocument/2006/relationships/tags"/><Relationship Id="rId3" Target="../tags/tag49.xml" Type="http://schemas.openxmlformats.org/officeDocument/2006/relationships/tags"/><Relationship Id="rId4" Target="../tags/tag50.xml" Type="http://schemas.openxmlformats.org/officeDocument/2006/relationships/tags"/><Relationship Id="rId5" Target="../tags/tag51.xml" Type="http://schemas.openxmlformats.org/officeDocument/2006/relationships/tags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tags/tag52.xml" Type="http://schemas.openxmlformats.org/officeDocument/2006/relationships/tags"/><Relationship Id="rId3" Target="../tags/tag53.xml" Type="http://schemas.openxmlformats.org/officeDocument/2006/relationships/tags"/><Relationship Id="rId4" Target="../tags/tag54.xml" Type="http://schemas.openxmlformats.org/officeDocument/2006/relationships/tags"/><Relationship Id="rId5" Target="../tags/tag55.xml" Type="http://schemas.openxmlformats.org/officeDocument/2006/relationships/tags"/><Relationship Id="rId6" Target="../tags/tag56.xml" Type="http://schemas.openxmlformats.org/officeDocument/2006/relationships/tags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ags/tag57.xml" Type="http://schemas.openxmlformats.org/officeDocument/2006/relationships/tags"/><Relationship Id="rId13" Target="../tags/tag58.xml" Type="http://schemas.openxmlformats.org/officeDocument/2006/relationships/tags"/><Relationship Id="rId14" Target="../tags/tag59.xml" Type="http://schemas.openxmlformats.org/officeDocument/2006/relationships/tags"/><Relationship Id="rId15" Target="../tags/tag60.xml" Type="http://schemas.openxmlformats.org/officeDocument/2006/relationships/tags"/><Relationship Id="rId16" Target="../tags/tag61.xml" Type="http://schemas.openxmlformats.org/officeDocument/2006/relationships/tags"/><Relationship Id="rId17" Target="../tags/tag62.xml" Type="http://schemas.openxmlformats.org/officeDocument/2006/relationships/tags"/><Relationship Id="rId18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tags/tag63.xml" Type="http://schemas.openxmlformats.org/officeDocument/2006/relationships/tags"/><Relationship Id="rId2" Target="../tags/tag64.xml" Type="http://schemas.openxmlformats.org/officeDocument/2006/relationships/tags"/><Relationship Id="rId3" Target="../slideLayouts/slideLayout1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078230" y="541020"/>
            <a:ext cx="9799320" cy="1115060"/>
          </a:xfrm>
          <a:ln cmpd="sng" w="12700">
            <a:solidFill>
              <a:schemeClr val="accent1">
                <a:shade val="50000"/>
              </a:schemeClr>
            </a:solidFill>
            <a:prstDash val="solid"/>
          </a:ln>
        </p:spPr>
        <p:txBody>
          <a:bodyPr anchor="ctr" anchorCtr="0"/>
          <a:p>
            <a:pPr algn="ctr"/>
            <a:r>
              <a:rPr altLang="zh-CN" lang="en-US" sz="4000"/>
              <a:t>2026年度财务报表分析</a:t>
            </a:r>
            <a:endParaRPr altLang="zh-CN" lang="en-US" sz="4000"/>
          </a:p>
        </p:txBody>
      </p:sp>
      <p:sp>
        <p:nvSpPr>
          <p:cNvPr id="3" name="副标题 2"/>
          <p:cNvSpPr>
            <a:spLocks noGrp="1"/>
          </p:cNvSpPr>
          <p:nvPr>
            <p:ph idx="1" type="subTitle"/>
            <p:custDataLst>
              <p:tags r:id="rId2"/>
            </p:custDataLst>
          </p:nvPr>
        </p:nvSpPr>
        <p:spPr>
          <a:xfrm>
            <a:off x="9636760" y="4530725"/>
            <a:ext cx="2326640" cy="727075"/>
          </a:xfrm>
          <a:ln cmpd="sng" w="12700">
            <a:solidFill>
              <a:schemeClr val="accent1">
                <a:shade val="50000"/>
              </a:schemeClr>
            </a:solidFill>
            <a:prstDash val="solid"/>
          </a:ln>
        </p:spPr>
        <p:txBody>
          <a:bodyPr/>
          <a:p>
            <a:pPr algn="r"/>
            <a:r>
              <a:rPr altLang="zh-CN" lang="en-US"/>
              <a:t>张三</a:t>
            </a:r>
            <a:endParaRPr altLang="zh-CN"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" y="0"/>
            <a:ext cx="6082030" cy="3454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0" y="635"/>
          <a:ext cx="12175490" cy="6830060"/>
        </p:xfrm>
        <a:graphic>
          <a:graphicData uri="http://schemas.openxmlformats.org/drawingml/2006/table">
            <a:tbl>
              <a:tblPr/>
              <a:tblGrid>
                <a:gridCol w="4058497"/>
                <a:gridCol w="4058497"/>
                <a:gridCol w="4058497"/>
              </a:tblGrid>
              <a:tr h="320040"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 sz="1000" b="true" i="false">
                          <a:solidFill>
                            <a:srgbClr val="000000"/>
                          </a:solidFill>
                          <a:ea typeface="PingFang SC Semibold"/>
                        </a:rPr>
                        <a:t>项目</a:t>
                      </a:r>
                      <a:endParaRPr lang="en-US" sz="1100"/>
                    </a:p>
                  </a:txBody>
                  <a:tcPr marL="91440" marR="91440" marT="45720" marB="4572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 sz="1000" b="true" i="false">
                          <a:solidFill>
                            <a:srgbClr val="000000"/>
                          </a:solidFill>
                          <a:ea typeface="PingFang SC Semibold"/>
                        </a:rPr>
                        <a:t>预算</a:t>
                      </a:r>
                      <a:endParaRPr lang="en-US" sz="1100"/>
                    </a:p>
                  </a:txBody>
                  <a:tcPr marL="91440" marR="91440" marT="45720" marB="4572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 sz="1000" b="true" i="false">
                          <a:solidFill>
                            <a:srgbClr val="000000"/>
                          </a:solidFill>
                          <a:ea typeface="PingFang SC Semibold"/>
                        </a:rPr>
                        <a:t>实际花费</a:t>
                      </a:r>
                      <a:endParaRPr lang="en-US" sz="1100"/>
                    </a:p>
                  </a:txBody>
                  <a:tcPr marL="91440" marR="91440" marT="45720" marB="4572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</a:tr>
              <a:tr h="320040"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 sz="1000" b="true" i="false">
                          <a:solidFill>
                            <a:srgbClr val="000000"/>
                          </a:solidFill>
                          <a:ea typeface="PingFang SC Semibold"/>
                        </a:rPr>
                        <a:t>研发部</a:t>
                      </a:r>
                      <a:endParaRPr lang="en-US" sz="1100"/>
                    </a:p>
                  </a:txBody>
                  <a:tcPr marL="91440" marR="91440" marT="45720" marB="4572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 sz="1000" b="true" i="false">
                          <a:solidFill>
                            <a:srgbClr val="000000"/>
                          </a:solidFill>
                          <a:latin typeface="PingFang SC Semibold"/>
                        </a:rPr>
                        <a:t>¥500,000</a:t>
                      </a:r>
                      <a:endParaRPr lang="en-US" sz="1100"/>
                    </a:p>
                  </a:txBody>
                  <a:tcPr marL="91440" marR="91440" marT="45720" marB="4572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 sz="1000" b="true" i="false">
                          <a:solidFill>
                            <a:srgbClr val="000000"/>
                          </a:solidFill>
                          <a:latin typeface="PingFang SC Semibold"/>
                        </a:rPr>
                        <a:t>¥480,000</a:t>
                      </a:r>
                      <a:endParaRPr lang="en-US" sz="1100"/>
                    </a:p>
                  </a:txBody>
                  <a:tcPr marL="91440" marR="91440" marT="45720" marB="4572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 sz="1000" b="true" i="false">
                          <a:solidFill>
                            <a:srgbClr val="000000"/>
                          </a:solidFill>
                          <a:ea typeface="PingFang SC Semibold"/>
                        </a:rPr>
                        <a:t>市场部</a:t>
                      </a:r>
                      <a:endParaRPr lang="en-US" sz="1100"/>
                    </a:p>
                  </a:txBody>
                  <a:tcPr marL="91440" marR="91440" marT="45720" marB="4572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 sz="1000" b="true" i="false">
                          <a:solidFill>
                            <a:srgbClr val="000000"/>
                          </a:solidFill>
                          <a:latin typeface="PingFang SC Semibold"/>
                        </a:rPr>
                        <a:t>¥300,000</a:t>
                      </a:r>
                      <a:endParaRPr lang="en-US" sz="1100"/>
                    </a:p>
                  </a:txBody>
                  <a:tcPr marL="91440" marR="91440" marT="45720" marB="4572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 sz="1000" b="true" i="false">
                          <a:solidFill>
                            <a:srgbClr val="000000"/>
                          </a:solidFill>
                          <a:latin typeface="PingFang SC Semibold"/>
                        </a:rPr>
                        <a:t>¥310,000</a:t>
                      </a:r>
                      <a:endParaRPr lang="en-US" sz="1100"/>
                    </a:p>
                  </a:txBody>
                  <a:tcPr marL="91440" marR="91440" marT="45720" marB="4572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</Words>
  <Application>WPS 演示</Application>
  <PresentationFormat>宽屏</PresentationFormat>
  <Paragraphs>10</Paragraphs>
  <Slides>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4" baseType="lpstr">
      <vt:lpstr>Arial</vt:lpstr>
      <vt:lpstr>宋体</vt:lpstr>
      <vt:lpstr>Wingdings</vt:lpstr>
      <vt:lpstr>Wingdings</vt:lpstr>
      <vt:lpstr>PingFang SC Semibold</vt:lpstr>
      <vt:lpstr>苹方-简</vt:lpstr>
      <vt:lpstr>微软雅黑</vt:lpstr>
      <vt:lpstr>汉仪旗黑</vt:lpstr>
      <vt:lpstr>宋体</vt:lpstr>
      <vt:lpstr>Arial Unicode MS</vt:lpstr>
      <vt:lpstr>WPS</vt:lpstr>
      <vt:lpstr>${title}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2026-06-07T06:02:26Z</dcterms:created>
  <dc:creator>administrator</dc:creator>
  <cp:lastModifiedBy>WS</cp:lastModifiedBy>
  <dcterms:modified xsi:type="dcterms:W3CDTF">2026-06-07T06:02:26Z</dcterms:modified>
  <cp:revision>193</cp:revision>
  <dc:title>空白演示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2052-12.1.25897.25897</vt:lpwstr>
  </property>
  <property fmtid="{D5CDD505-2E9C-101B-9397-08002B2CF9AE}" pid="3" name="ICV">
    <vt:lpwstr>922974256D3DDE60B0C6FD6913497637_41</vt:lpwstr>
  </property>
</Properties>
</file>